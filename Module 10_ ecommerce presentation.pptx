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ac988cb41e0f56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ac988cb41e0f5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ac988cb41e0f56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ac988cb41e0f5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ac988cb41e0f56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ac988cb41e0f56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ac988cb41e0f5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ac988cb41e0f5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F5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102075" y="-30"/>
            <a:ext cx="6042000" cy="5143500"/>
          </a:xfrm>
          <a:prstGeom prst="rect">
            <a:avLst/>
          </a:prstGeom>
          <a:solidFill>
            <a:srgbClr val="F1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E6DE"/>
              </a:solidFill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923829" y="2728950"/>
            <a:ext cx="4535400" cy="95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Ecommerce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COMPSCIX446</a:t>
            </a:r>
            <a:endParaRPr sz="33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72075" y="3945850"/>
            <a:ext cx="3030000" cy="10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E6DE"/>
                </a:solidFill>
              </a:rPr>
              <a:t>Christina Valen</a:t>
            </a:r>
            <a:endParaRPr>
              <a:solidFill>
                <a:srgbClr val="F3E6D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E6D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E6DE"/>
                </a:solidFill>
              </a:rPr>
              <a:t>2026-Oct-26</a:t>
            </a:r>
            <a:endParaRPr>
              <a:solidFill>
                <a:srgbClr val="F3E6D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F5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3537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EEEEE"/>
                </a:solidFill>
              </a:rPr>
              <a:t>Overview</a:t>
            </a:r>
            <a:endParaRPr>
              <a:solidFill>
                <a:srgbClr val="EEEEEE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E6DE"/>
              </a:buClr>
              <a:buSzPts val="1800"/>
              <a:buChar char="●"/>
            </a:pPr>
            <a:r>
              <a:rPr lang="en">
                <a:solidFill>
                  <a:srgbClr val="F3E6DE"/>
                </a:solidFill>
              </a:rPr>
              <a:t>A simple modern web application utilizing flask, python, and AWS relational database service.</a:t>
            </a:r>
            <a:endParaRPr>
              <a:solidFill>
                <a:srgbClr val="F3E6DE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E6DE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3E6DE"/>
              </a:buClr>
              <a:buSzPts val="1800"/>
              <a:buChar char="●"/>
            </a:pPr>
            <a:r>
              <a:rPr lang="en">
                <a:solidFill>
                  <a:srgbClr val="F3E6DE"/>
                </a:solidFill>
              </a:rPr>
              <a:t>Built to replicate a shopping site with basic role based access, stock updating, and cart/order handling.</a:t>
            </a:r>
            <a:endParaRPr>
              <a:solidFill>
                <a:srgbClr val="F3E6D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E6DE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3E6DE"/>
              </a:buClr>
              <a:buSzPts val="1800"/>
              <a:buChar char="●"/>
            </a:pPr>
            <a:r>
              <a:rPr lang="en">
                <a:solidFill>
                  <a:srgbClr val="F3E6DE"/>
                </a:solidFill>
              </a:rPr>
              <a:t>Ideal customer would be someone looking for minimal interfaces and that does not plan on receiving items in return for submitting an order.</a:t>
            </a:r>
            <a:endParaRPr>
              <a:solidFill>
                <a:srgbClr val="F3E6DE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-39" y="923775"/>
            <a:ext cx="9144000" cy="9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F5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537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EEEEE"/>
                </a:solidFill>
              </a:rPr>
              <a:t>Features</a:t>
            </a:r>
            <a:endParaRPr>
              <a:solidFill>
                <a:srgbClr val="EEEEEE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E6DE"/>
              </a:buClr>
              <a:buSzPts val="1800"/>
              <a:buChar char="●"/>
            </a:pPr>
            <a:r>
              <a:rPr lang="en">
                <a:solidFill>
                  <a:srgbClr val="F3E6DE"/>
                </a:solidFill>
              </a:rPr>
              <a:t>Authorizations: Certain actions require log-in or administrative access.</a:t>
            </a:r>
            <a:endParaRPr>
              <a:solidFill>
                <a:srgbClr val="F3E6D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E6DE"/>
              </a:buClr>
              <a:buSzPts val="1800"/>
              <a:buChar char="●"/>
            </a:pPr>
            <a:r>
              <a:rPr lang="en">
                <a:solidFill>
                  <a:srgbClr val="F3E6DE"/>
                </a:solidFill>
              </a:rPr>
              <a:t>Product handling: Stock, price, and description can be edited if accessed by an admin. Products are decremented when an order is submitted. Actions are taken to prevent adding an out-of-stock item to cart and including items in cart that are not available.</a:t>
            </a:r>
            <a:endParaRPr>
              <a:solidFill>
                <a:srgbClr val="F3E6D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E6DE"/>
              </a:buClr>
              <a:buSzPts val="1800"/>
              <a:buChar char="●"/>
            </a:pPr>
            <a:r>
              <a:rPr lang="en">
                <a:solidFill>
                  <a:srgbClr val="F3E6DE"/>
                </a:solidFill>
              </a:rPr>
              <a:t>Cart:</a:t>
            </a:r>
            <a:endParaRPr>
              <a:solidFill>
                <a:srgbClr val="F3E6D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E6DE"/>
              </a:buClr>
              <a:buSzPts val="1800"/>
              <a:buChar char="●"/>
            </a:pPr>
            <a:r>
              <a:rPr lang="en">
                <a:solidFill>
                  <a:srgbClr val="F3E6DE"/>
                </a:solidFill>
              </a:rPr>
              <a:t>Order:</a:t>
            </a:r>
            <a:endParaRPr>
              <a:solidFill>
                <a:srgbClr val="F3E6DE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-39" y="923775"/>
            <a:ext cx="9144000" cy="9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F5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537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EEEEE"/>
                </a:solidFill>
              </a:rPr>
              <a:t>Integrations</a:t>
            </a:r>
            <a:endParaRPr>
              <a:solidFill>
                <a:srgbClr val="EEEEEE"/>
              </a:solidFill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E6DE"/>
              </a:buClr>
              <a:buSzPts val="1800"/>
              <a:buChar char="●"/>
            </a:pPr>
            <a:r>
              <a:rPr lang="en">
                <a:solidFill>
                  <a:srgbClr val="F3E6DE"/>
                </a:solidFill>
              </a:rPr>
              <a:t>AWS relational database used.</a:t>
            </a:r>
            <a:endParaRPr>
              <a:solidFill>
                <a:srgbClr val="F3E6D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E6DE"/>
              </a:buClr>
              <a:buSzPts val="1800"/>
              <a:buChar char="●"/>
            </a:pPr>
            <a:r>
              <a:rPr lang="en">
                <a:solidFill>
                  <a:srgbClr val="F3E6DE"/>
                </a:solidFill>
              </a:rPr>
              <a:t>EC2 bucket for images.</a:t>
            </a:r>
            <a:endParaRPr>
              <a:solidFill>
                <a:srgbClr val="F3E6D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E6DE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3E6DE"/>
              </a:buClr>
              <a:buSzPts val="1800"/>
              <a:buChar char="●"/>
            </a:pPr>
            <a:r>
              <a:rPr lang="en">
                <a:solidFill>
                  <a:srgbClr val="F3E6DE"/>
                </a:solidFill>
              </a:rPr>
              <a:t>Prometheus logging available on </a:t>
            </a:r>
            <a:endParaRPr>
              <a:solidFill>
                <a:srgbClr val="F3E6DE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3E6DE"/>
                </a:solidFill>
              </a:rPr>
              <a:t>Port 5000/metrics</a:t>
            </a:r>
            <a:endParaRPr>
              <a:solidFill>
                <a:srgbClr val="F3E6DE"/>
              </a:solidFill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-39" y="923775"/>
            <a:ext cx="9144000" cy="9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Screenshot 2026-10-26 at 12.14.44 PM.png"/>
          <p:cNvPicPr preferRelativeResize="0"/>
          <p:nvPr/>
        </p:nvPicPr>
        <p:blipFill rotWithShape="1">
          <a:blip r:embed="rId3">
            <a:alphaModFix/>
          </a:blip>
          <a:srcRect b="59750" l="0" r="0" t="0"/>
          <a:stretch/>
        </p:blipFill>
        <p:spPr>
          <a:xfrm>
            <a:off x="4393400" y="1159350"/>
            <a:ext cx="4594483" cy="104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Screenshot 2026-10-26 at 12.16.2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1913" y="2343048"/>
            <a:ext cx="4125952" cy="260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F5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3537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EEEEE"/>
                </a:solidFill>
              </a:rPr>
              <a:t>Drawbacks</a:t>
            </a:r>
            <a:endParaRPr>
              <a:solidFill>
                <a:srgbClr val="EEEEEE"/>
              </a:solidFill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E6DE"/>
              </a:buClr>
              <a:buSzPts val="1600"/>
              <a:buChar char="●"/>
            </a:pPr>
            <a:r>
              <a:rPr lang="en" sz="1600">
                <a:solidFill>
                  <a:srgbClr val="F3E6DE"/>
                </a:solidFill>
              </a:rPr>
              <a:t>SQL databases were developed on an as-needed basis. Little forethought was put into structure resulting in redundancies and inefficiencies.</a:t>
            </a:r>
            <a:endParaRPr sz="1600">
              <a:solidFill>
                <a:srgbClr val="F3E6DE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600"/>
              <a:buChar char="●"/>
            </a:pPr>
            <a:r>
              <a:rPr lang="en" sz="1600">
                <a:solidFill>
                  <a:srgbClr val="EEEEEE"/>
                </a:solidFill>
              </a:rPr>
              <a:t>Unsuccessful logins will not indicate if the problem entry is the email or password. There is no way to retrieve a forgotten password or reset a password.</a:t>
            </a:r>
            <a:endParaRPr sz="1600">
              <a:solidFill>
                <a:srgbClr val="EEEEEE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600"/>
              <a:buChar char="●"/>
            </a:pPr>
            <a:r>
              <a:rPr lang="en" sz="1600">
                <a:solidFill>
                  <a:srgbClr val="EEEEEE"/>
                </a:solidFill>
              </a:rPr>
              <a:t>The carts database is horribly inefficient and would likely bloat and cause memory issues in any actual use-case.</a:t>
            </a:r>
            <a:endParaRPr sz="1600">
              <a:solidFill>
                <a:srgbClr val="EEEEEE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600"/>
              <a:buChar char="●"/>
            </a:pPr>
            <a:r>
              <a:rPr lang="en" sz="1600">
                <a:solidFill>
                  <a:srgbClr val="EEEEEE"/>
                </a:solidFill>
              </a:rPr>
              <a:t>Most obviously, as this is intended to be a toy application, there is no payment handling and address information is not requested at any point from the user.</a:t>
            </a:r>
            <a:endParaRPr sz="1600">
              <a:solidFill>
                <a:srgbClr val="F3E6DE"/>
              </a:solidFill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-39" y="923775"/>
            <a:ext cx="9144000" cy="9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